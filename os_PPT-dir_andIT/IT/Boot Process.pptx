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02B7-E5D1-33D9-3194-84389659C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EFAA1-033E-A657-5696-E51361CD2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C168F-2718-0D55-2AF2-05AA2375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FB3DC-0FFF-E573-960B-14680B2B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5CA2F-C923-EDA6-288F-84DAF46A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7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1733-703A-A69A-9592-97DACCF2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24504-BEDB-DEC3-2AB8-863054FB9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745E-4F3B-1222-D1F4-885683C1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77AD-2B2A-F071-66F4-F8C540DF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AB60E-2152-6004-7453-40C84D30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57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3ACB-7AB3-1C8B-90CB-3D463AE5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AD917-7BB3-C542-F4F2-E38658010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DDD89-C632-501D-28FA-3EA65EC6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3858-323E-5A62-364D-522DE66D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C21BB-57D9-B79F-A258-53487BD4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77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B007-6A56-E361-56C0-F568C4E8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141BB-3DE9-8AD4-A03A-5A9653E1D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73583-257F-5AA1-0A44-E98B576CF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34922-BC2A-1800-972C-B4B23F6B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5866B-6211-41E7-DF6D-D2CA8761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727AE-A4FA-30DE-755A-B502DC09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7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521A-1EA2-3679-D98E-9126D2B74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74D8A-E81A-672D-4440-4926F3B2E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8C4F0-6310-7AB4-43A7-74773A516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F4F3F-F8F5-CA39-AF57-86DC78A74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D10AC-C7B1-848F-2753-FF73F88FA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24468-5ACF-07CE-3755-EBA5B3AE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A4E7B-2880-CC47-622F-D7C5EDFA1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5E5A0-9EFD-0E3B-7F25-8721D937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11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891A-5653-BE7B-4397-3778FDF9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C52EE-4031-CFE5-9908-857A9540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C95BD-53D5-503C-77F1-E033FA805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237F0-BA5D-594E-9A61-BF967293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02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A8233-873C-18CE-174C-6F194530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7069C-710C-9CDC-4F54-1850801C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C0139-0F6B-F7C9-0F2B-C1F2B080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17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A38B-B164-1C5D-5931-E46A2867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E84E4-F2EE-4C04-6921-953B8D304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AF58F-6738-DA38-8E1E-9D6CF48C0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61637-086D-A271-D02A-751DA1A6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2230-4B23-D3DE-ED65-166534B8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3B17-D6A6-383C-2297-F306BF270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65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AF0F-2664-B7FA-5268-158267C7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39440-7D9A-F26B-6C81-18333EFF3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4600-A3C6-FB35-FB9A-003CDFB92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5C883-4BB5-5A87-7709-8E2B3497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C4E94-439F-7393-3318-AEA5E897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21268-0E00-8EDF-35DB-D905200F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42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AD35-83A2-F6C4-DE21-CE6E46F6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F0A42-F07F-9DC6-0A8A-097B0F4AE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1B025-FA84-8E6D-EBB8-F5D4B9C1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790D3-3A84-2EFC-A7AF-5817F561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6E6D8-632B-2C32-D9F5-637E2191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37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2C372-4C8D-284F-5453-D88890596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7CF73-DD6F-94EE-0B4A-79DE00A37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14070-E283-0223-1DD9-20DBC5D8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7D920-371B-FECC-63EE-516A129AA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AD4DF-7C94-7633-25A3-C5C05574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40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18ECC-904A-EE9E-6DC5-B8D8A008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0DACF-54F7-8AC8-2431-8A136304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A30E6-66EA-AC2A-189C-2F257E801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A822D-F45E-4ACD-B11E-CA5599505FA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9329E-A9DA-5C9E-F0BB-B42559CBD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BCAC4-C34B-DB38-7511-30502F9EB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2ACE1-6E92-4BB0-A6C7-6A67BAB85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39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A303-DEF2-568E-FE57-017684F2A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80E0F-6F38-B1AD-CD23-9B8901D821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4000" b="1" dirty="0"/>
          </a:p>
          <a:p>
            <a:r>
              <a:rPr lang="en-IN" sz="4000" b="1" dirty="0"/>
              <a:t>LINUX BOOT PROCESS</a:t>
            </a:r>
          </a:p>
        </p:txBody>
      </p:sp>
    </p:spTree>
    <p:extLst>
      <p:ext uri="{BB962C8B-B14F-4D97-AF65-F5344CB8AC3E}">
        <p14:creationId xmlns:p14="http://schemas.microsoft.com/office/powerpoint/2010/main" val="150721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9A42F78-7A0E-2057-5751-D4C50A3D9C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583" y="258417"/>
            <a:ext cx="8239539" cy="646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49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32FA-0893-50CB-BC66-EBC44280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5D47C-922E-0DCA-7F77-D206B71A5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6D1458EA-AF33-4994-EA98-EAD442780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0"/>
            <a:ext cx="10809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87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37C2-5FC8-04C4-7AE7-0245E081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857"/>
          </a:xfrm>
        </p:spPr>
        <p:txBody>
          <a:bodyPr>
            <a:normAutofit fontScale="90000"/>
          </a:bodyPr>
          <a:lstStyle/>
          <a:p>
            <a:r>
              <a:rPr lang="en-IN" dirty="0"/>
              <a:t>Unified Extensible Firmware Interface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8B9C8-EB32-2F49-EC5A-D0EC16E1E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F7880EA0-E161-BCBA-C6B0-579B24BD6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557" y="1480931"/>
            <a:ext cx="8163338" cy="522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93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OPERATING SYSTEMS</vt:lpstr>
      <vt:lpstr>PowerPoint Presentation</vt:lpstr>
      <vt:lpstr>PowerPoint Presentation</vt:lpstr>
      <vt:lpstr>Unified Extensible Firmware Interface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Dr.J</dc:creator>
  <cp:lastModifiedBy>Dr.J</cp:lastModifiedBy>
  <cp:revision>2</cp:revision>
  <dcterms:created xsi:type="dcterms:W3CDTF">2025-01-01T03:46:34Z</dcterms:created>
  <dcterms:modified xsi:type="dcterms:W3CDTF">2025-01-06T04:18:29Z</dcterms:modified>
</cp:coreProperties>
</file>